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DDC97"/>
                </a:solidFill>
                <a:latin typeface="Segoe UI"/>
              </a:rPr>
              <a:t>QUALCOMM TRACK  ·  AI INFRA SUMMIT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6600" b="1">
                <a:solidFill>
                  <a:srgbClr val="E8EBF1"/>
                </a:solidFill>
                <a:latin typeface="Segoe UI"/>
              </a:rPr>
              <a:t>PEMA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0">
                <a:solidFill>
                  <a:srgbClr val="E8EBF1"/>
                </a:solidFill>
                <a:latin typeface="Segoe UI"/>
              </a:rPr>
              <a:t>Personal Environmental Memory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8B95A7"/>
                </a:solidFill>
                <a:latin typeface="Segoe UI"/>
              </a:rPr>
              <a:t>A private, on-device memory of your room for people with low vision or memory loss. Arduino UNO Q (Qualcomm Dragonwing) + Snapdragon Hexagon NPU via GenieX + STM32.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E8EBF1"/>
                </a:solidFill>
                <a:latin typeface="Segoe UI"/>
              </a:rPr>
              <a:t>Done by Roshni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/>
              </a:rPr>
              <a:t>What it is: one loop, not a feature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3931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/>
              </a:rPr>
              <a:t>For 2 billion people with vision impairment, 55 M with dementia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1  Identify locally: name + passphrase on the board. No face data.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2  Remember: YOLOX on the Arduino's Qualcomm chip; where each object was, its usual spot.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3  Notice change: leave and return → "your keys moved from your left to your right."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4  Act: a planner on the Hexagon NPU picks tools: memory, vision, hardware, speech.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5  Verify: every action is read back from the STM32 before it is claimed.</a:t>
            </a:r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3543300"/>
          </a:xfrm>
          <a:prstGeom prst="rect">
            <a:avLst/>
          </a:prstGeom>
        </p:spPr>
      </p:pic>
      <p:pic>
        <p:nvPicPr>
          <p:cNvPr id="9" name="Picture 8" descr="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429000"/>
            <a:ext cx="5669280" cy="3543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/>
              </a:rPr>
              <a:t>Qualcomm silicon does perception, memory and reasoning · the Arduino STM32 does real-time sensing and verified actuation · everything on the local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94560" cy="19202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8B9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8B95A7"/>
                </a:solidFill>
                <a:latin typeface="Segoe UI"/>
              </a:rPr>
              <a:t>Browser (laptop / phone)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47088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dashboard: 3D room map, camera, timeline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webcam → 480 px JPEG frames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voice in / voice out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sign in · rooms · video 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463040"/>
            <a:ext cx="3291840" cy="356616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6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15179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6AB3FF"/>
                </a:solidFill>
                <a:latin typeface="Segoe UI"/>
              </a:rPr>
              <a:t>Arduino UNO Q · Qualcomm Dragonwing QRB2210 (Linux)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847088"/>
            <a:ext cx="3108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PERCEPTION  YOLOX-nano int8, 80 classes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MEMORY  last seen · usual spot · trail (JSON)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PRESENCE  left / returned → what changed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SAFETY  rules + action whitelist (veto)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PLANNER LOOP  orchestrates the agents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ROOM MAP  fixtures from scans, per room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HISTORY  SQLite: sightings, events, actions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WebUI server (socket.io)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463040"/>
            <a:ext cx="2926080" cy="23774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5179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DDC97"/>
                </a:solidFill>
                <a:latin typeface="Segoe UI"/>
              </a:rPr>
              <a:t>Snapdragon X Elite · Hexagon NPU · GenieX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847088"/>
            <a:ext cx="2743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Qwen3.5-2B Q4_0, text + vision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PLANNER  1 tool per step, GBNF grammar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VISION  scene questions, room fixtures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OpenAI-compatible server (npu_server.py)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profile per call: HTP0 · tok/s · TTFT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1463040"/>
            <a:ext cx="1828800" cy="23774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6688" y="1517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B020"/>
                </a:solidFill>
                <a:latin typeface="Segoe UI"/>
              </a:rPr>
              <a:t>Arduino STM32U585 (Zephyr)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6688" y="1847088"/>
            <a:ext cx="16459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sensors every 1 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LED matrix · buzzer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relay · servo · LED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get_state readback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over-temp interlock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103120"/>
            <a:ext cx="36576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28800" y="17739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/>
              </a:rPr>
              <a:t>frames · commands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9360" y="2286000"/>
            <a:ext cx="365760" cy="0"/>
          </a:xfrm>
          <a:prstGeom prst="line">
            <a:avLst/>
          </a:prstGeom>
          <a:ln w="25400">
            <a:solidFill>
              <a:srgbClr val="3DDC97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0" y="19568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/>
              </a:rPr>
              <a:t>snapshot + frame ↔ plan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0" y="2926080"/>
            <a:ext cx="365760" cy="0"/>
          </a:xfrm>
          <a:prstGeom prst="line">
            <a:avLst/>
          </a:prstGeom>
          <a:ln w="25400">
            <a:solidFill>
              <a:srgbClr val="FFB020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78240" y="25968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/>
              </a:rPr>
              <a:t>Bridge RPC ↔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/>
              </a:rPr>
              <a:t>board ↔ laptop over USB (adb reverse + relay). Swap the URL to run on a Dragonwing board with its own NPU.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/>
              </a:rPr>
              <a:t>actions only through the whitelist; MCU state read back before any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8B95A7"/>
                </a:solidFill>
                <a:latin typeface="Segoe UI"/>
              </a:rPr>
              <a:t>Agents per request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B020"/>
                </a:solidFill>
                <a:latin typeface="Segoe UI"/>
              </a:rPr>
              <a:t>SAFETY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375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118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6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6AB3FF"/>
                </a:solidFill>
                <a:latin typeface="Segoe UI"/>
              </a:rPr>
              <a:t>PLANNER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377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2120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7F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7FE3E3"/>
                </a:solidFill>
                <a:latin typeface="Segoe UI"/>
              </a:rPr>
              <a:t>MEMORY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379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122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C3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C39BFF"/>
                </a:solidFill>
                <a:latin typeface="Segoe UI"/>
              </a:rPr>
              <a:t>VISION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381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4124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FFD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D479"/>
                </a:solidFill>
                <a:latin typeface="Segoe UI"/>
              </a:rPr>
              <a:t>HARDWARE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7383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0126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126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3DDC97"/>
                </a:solidFill>
                <a:latin typeface="Segoe UI"/>
              </a:rPr>
              <a:t>SPEECH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897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safety runs first and can veto · planner loops up to 4 steps, one tool each · memory and hardware are deterministic code · planner and vision run on the NPU · every step is shown in the trace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/>
              </a:rPr>
              <a:t>The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2860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73152" cy="2926080"/>
          </a:xfrm>
          <a:prstGeom prst="rect">
            <a:avLst/>
          </a:prstGeom>
          <a:solidFill>
            <a:srgbClr val="8B9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8B95A7"/>
                </a:solidFill>
                <a:latin typeface="Segoe UI"/>
              </a:rPr>
              <a:t>Camera (laptop / phone)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480 px JPEG every ~1.5 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browser, local network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188720"/>
            <a:ext cx="301752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98648" y="1325880"/>
            <a:ext cx="73152" cy="2926080"/>
          </a:xfrm>
          <a:prstGeom prst="rect">
            <a:avLst/>
          </a:prstGeom>
          <a:solidFill>
            <a:srgbClr val="6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280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AB3FF"/>
                </a:solidFill>
                <a:latin typeface="Segoe UI"/>
              </a:rPr>
              <a:t>Arduino UNO Q · Qualcomm Dragonwing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69164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YOLOX-nano int8, 80 classes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object memory + usual spots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presence + change detection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safety rules + whitelist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SQLite history,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25896" y="1188720"/>
            <a:ext cx="32004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25896" y="1325880"/>
            <a:ext cx="73152" cy="292608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280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/>
              </a:rPr>
              <a:t>Snapdragon X Elite · Hexagon NPU · GenieX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169164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Qwen3.5-2B Q4_0, text + vision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planner: 1 tool per step, GBNF grammar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vision: scene questions, room fixtures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profile per call: device, tok/s, TTFT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6024" y="1188720"/>
            <a:ext cx="27432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6024" y="1325880"/>
            <a:ext cx="73152" cy="292608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4624" y="1280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B020"/>
                </a:solidFill>
                <a:latin typeface="Segoe UI"/>
              </a:rPr>
              <a:t>Arduino STM32U585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sensors every second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matrix · buzzer · relay · servo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get_state readback = verified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local over-temp interlock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8B95A7"/>
                </a:solidFill>
                <a:latin typeface="Segoe UI"/>
              </a:rPr>
              <a:t>Agents, each step visible in the trace:  safety → planner → memory / vision / hardware → speech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8B95A7"/>
                </a:solidFill>
                <a:latin typeface="Segoe UI"/>
              </a:rPr>
              <a:t>Board ↔ laptop over USB. Nothing leaves the local network. Same code runs with the model on a Dragonwing board with its own NPU (one URL).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/>
              </a:rPr>
              <a:t>Checking the NPU: measured, not assumed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201168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/>
              </a:rPr>
              <a:t>Per-request proof (GenieX profile)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device = HTP0 (Hexagon), backend = llama.cpp, on every planner step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tokens/s, first token, prompt tokens shown live on the dashboard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Task Manager NPU graph spikes during each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73152" cy="2011680"/>
          </a:xfrm>
          <a:prstGeom prst="rect">
            <a:avLst/>
          </a:prstGeom>
          <a:solidFill>
            <a:srgbClr val="6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AB3FF"/>
                </a:solidFill>
                <a:latin typeface="Segoe UI"/>
              </a:rPr>
              <a:t>Benchmark, same 0.8B Q4_0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NPU   prefill 297 tok/s · TTFT 0.13 s · decode 17.7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GPU   prefill 316 tok/s · TTFT 0.12 s · decode 51.5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CPU   prefill  24 tok/s · TTFT 1.60 s · decode 65.9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Agent steps are prompt-heavy: the NPU wins where it matters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10972800" cy="219456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73152" cy="19202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B020"/>
                </a:solidFill>
                <a:latin typeface="Segoe UI"/>
              </a:rPr>
              <a:t>Inference 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Q4_0 on the NPU · grammar-constrained decoding (valid JSON every time, 60-120 output tokens) · one multimodal model for planning and vision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compact snapshot prompt, capped memory, 4-step loop with repeat detection · 480 px frames, one in flight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Qualcomm's pre-compiled Qwen3-4B bundle measured at 1077 tok/s prefill, 0.63 s TTFT. Not shipped: QAIRT has no grammar support yet; a hardware-controlling agent needs guaranteed-valid tool calls. One-line switch when it lands.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2801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E8EBF1"/>
                </a:solidFill>
                <a:latin typeface="Segoe UI"/>
              </a:rPr>
              <a:t>It notices your keys moved while you were gone, tells you, turns the light on, and proves it did.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3DDC97"/>
                </a:solidFill>
                <a:latin typeface="Segoe UI"/>
              </a:rPr>
              <a:t>Private. On-device. On Qualcomm silicon.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/>
              </a:rPr>
              <a:t>Privacy by design: frames discarded on-device, objects not faces, passphrase not biometrics, camera off switch, no cloud.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/>
              </a:rPr>
              <a:t>Honest limits: the UNO Q's chip has no supported NPU, so the model runs on the laptop's Hexagon; the 3D map is approximate placement from a sweep.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E8EBF1"/>
                </a:solidFill>
                <a:latin typeface="Segoe UI"/>
              </a:rPr>
              <a:t>Thank you  ·  Roshni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