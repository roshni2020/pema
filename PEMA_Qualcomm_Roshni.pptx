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3DDC97"/>
                </a:solidFill>
                <a:latin typeface="Segoe UI"/>
              </a:rPr>
              <a:t>QUALCOMM TRACK  ·  AI INFRA SUMMIT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6600" b="1">
                <a:solidFill>
                  <a:srgbClr val="E8EBF1"/>
                </a:solidFill>
                <a:latin typeface="Segoe UI"/>
              </a:rPr>
              <a:t>PEMA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0">
                <a:solidFill>
                  <a:srgbClr val="E8EBF1"/>
                </a:solidFill>
                <a:latin typeface="Segoe UI"/>
              </a:rPr>
              <a:t>Personal Environmental Memory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8B95A7"/>
                </a:solidFill>
                <a:latin typeface="Segoe UI"/>
              </a:rPr>
              <a:t>A private, on-device memory of your room for people with low vision or memory loss. Arduino UNO Q (Qualcomm Dragonwing) + Snapdragon Hexagon NPU via GenieX + STM32.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E8EBF1"/>
                </a:solidFill>
                <a:latin typeface="Segoe UI"/>
              </a:rPr>
              <a:t>Done by Roshni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PEMA · Qualcomm track · AI Infra Summit Hackathon 2026 · Roshni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E8EBF1"/>
                </a:solidFill>
                <a:latin typeface="Segoe UI"/>
              </a:rPr>
              <a:t>What it is: one loop, not a feature 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393192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DDC97"/>
                </a:solidFill>
                <a:latin typeface="Segoe UI"/>
              </a:rPr>
              <a:t>For 2 billion people with vision impairment, 55 M with dementia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1  Identify locally: name + passphrase on the board. No face data.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2  Remember: YOLOX on the Arduino's Qualcomm chip; where each object was, its usual spot.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3  Notice change: leave and return → "your keys moved from your left to your right."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4  Act: a planner on the Hexagon NPU picks tools: memory, vision, hardware, speech.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5  Verify: every action is read back from the STM32 before it is claimed.</a:t>
            </a:r>
          </a:p>
        </p:txBody>
      </p:sp>
      <p:pic>
        <p:nvPicPr>
          <p:cNvPr id="8" name="Picture 7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88720"/>
            <a:ext cx="5669280" cy="3543300"/>
          </a:xfrm>
          <a:prstGeom prst="rect">
            <a:avLst/>
          </a:prstGeom>
        </p:spPr>
      </p:pic>
      <p:pic>
        <p:nvPicPr>
          <p:cNvPr id="9" name="Picture 8" descr="r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429000"/>
            <a:ext cx="5669280" cy="3543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PEMA · Qualcomm track · AI Infra Summit Hackathon 2026 · Roshni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E8EBF1"/>
                </a:solidFill>
                <a:latin typeface="Segoe UI"/>
              </a:rPr>
              <a:t>The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2286000" cy="32004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73152" cy="2926080"/>
          </a:xfrm>
          <a:prstGeom prst="rect">
            <a:avLst/>
          </a:prstGeom>
          <a:solidFill>
            <a:srgbClr val="8B9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8B95A7"/>
                </a:solidFill>
                <a:latin typeface="Segoe UI"/>
              </a:rPr>
              <a:t>Camera (laptop / phone)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920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480 px JPEG every ~1.5 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browser, local network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1188720"/>
            <a:ext cx="3017520" cy="32004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98648" y="1325880"/>
            <a:ext cx="73152" cy="2926080"/>
          </a:xfrm>
          <a:prstGeom prst="rect">
            <a:avLst/>
          </a:prstGeom>
          <a:solidFill>
            <a:srgbClr val="6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7248" y="1280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6AB3FF"/>
                </a:solidFill>
                <a:latin typeface="Segoe UI"/>
              </a:rPr>
              <a:t>Arduino UNO Q · Qualcomm Dragonwing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1691640"/>
            <a:ext cx="2651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YOLOX-nano int8, 80 classes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object memory + usual spots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presence + change detection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safety rules + whitelist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SQLite history,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25896" y="1188720"/>
            <a:ext cx="3200400" cy="32004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25896" y="1325880"/>
            <a:ext cx="73152" cy="292608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12801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DDC97"/>
                </a:solidFill>
                <a:latin typeface="Segoe UI"/>
              </a:rPr>
              <a:t>Snapdragon X Elite · Hexagon NPU · GenieX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1691640"/>
            <a:ext cx="2834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Qwen3.5-2B Q4_0, text + vision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planner: 1 tool per step, GBNF grammar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vision: scene questions, room fixtures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profile per call: device, tok/s, TTFT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6024" y="1188720"/>
            <a:ext cx="2743200" cy="32004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6024" y="1325880"/>
            <a:ext cx="73152" cy="292608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64624" y="1280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B020"/>
                </a:solidFill>
                <a:latin typeface="Segoe UI"/>
              </a:rPr>
              <a:t>Arduino STM32U585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64624" y="169164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sensors every second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matrix · buzzer · relay · servo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get_state readback = verified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local over-temp interlock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8B95A7"/>
                </a:solidFill>
                <a:latin typeface="Segoe UI"/>
              </a:rPr>
              <a:t>Agents, each step visible in the trace:  safety → planner → memory / vision / hardware → speech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8B95A7"/>
                </a:solidFill>
                <a:latin typeface="Segoe UI"/>
              </a:rPr>
              <a:t>Board ↔ laptop over USB. Nothing leaves the local network. Same code runs with the model on a Dragonwing board with its own NPU (one URL).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PEMA · Qualcomm track · AI Infra Summit Hackathon 2026 · Roshni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E8EBF1"/>
                </a:solidFill>
                <a:latin typeface="Segoe UI"/>
              </a:rPr>
              <a:t>Checking the NPU: measured, not assumed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201168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DDC97"/>
                </a:solidFill>
                <a:latin typeface="Segoe UI"/>
              </a:rPr>
              <a:t>Per-request proof (GenieX profile)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device = HTP0 (Hexagon), backend = llama.cpp, on every planner step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tokens/s, first token, prompt tokens shown live on the dashboard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Task Manager NPU graph spikes during each answer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325880"/>
            <a:ext cx="73152" cy="2011680"/>
          </a:xfrm>
          <a:prstGeom prst="rect">
            <a:avLst/>
          </a:prstGeom>
          <a:solidFill>
            <a:srgbClr val="6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6AB3FF"/>
                </a:solidFill>
                <a:latin typeface="Segoe UI"/>
              </a:rPr>
              <a:t>Benchmark, same 0.8B Q4_0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916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NPU   prefill 297 tok/s · TTFT 0.13 s · decode 17.7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GPU   prefill 316 tok/s · TTFT 0.12 s · decode 51.5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CPU   prefill  24 tok/s · TTFT 1.60 s · decode 65.9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Agent steps are prompt-heavy: the NPU wins where it matters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10972800" cy="219456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794760"/>
            <a:ext cx="73152" cy="192024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490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B020"/>
                </a:solidFill>
                <a:latin typeface="Segoe UI"/>
              </a:rPr>
              <a:t>Inference optimisation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Q4_0 on the NPU · grammar-constrained decoding (valid JSON every time, 60-120 output tokens) · one multimodal model for planning and vision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compact snapshot prompt, capped memory, 4-step loop with repeat detection · 480 px frames, one in flight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Qualcomm's pre-compiled Qwen3-4B bundle measured at 1077 tok/s prefill, 0.63 s TTFT. Not shipped: QAIRT has no grammar support yet; a hardware-controlling agent needs guaranteed-valid tool calls. One-line switch when it lands.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PEMA · Qualcomm track · AI Infra Summit Hackathon 2026 · Roshni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530352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28016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E8EBF1"/>
                </a:solidFill>
                <a:latin typeface="Segoe UI"/>
              </a:rPr>
              <a:t>It notices your keys moved while you were gone, tells you, turns the light on, and proves it did.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3DDC97"/>
                </a:solidFill>
                <a:latin typeface="Segoe UI"/>
              </a:rPr>
              <a:t>Private. On-device. On Qualcomm silicon.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8B95A7"/>
                </a:solidFill>
                <a:latin typeface="Segoe UI"/>
              </a:rPr>
              <a:t>Privacy by design: frames discarded on-device, objects not faces, passphrase not biometrics, camera off switch, no cloud.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8B95A7"/>
                </a:solidFill>
                <a:latin typeface="Segoe UI"/>
              </a:rPr>
              <a:t>Honest limits: the UNO Q's chip has no supported NPU, so the model runs on the laptop's Hexagon; the 3D map is approximate placement from a sweep.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E8EBF1"/>
                </a:solidFill>
                <a:latin typeface="Segoe UI"/>
              </a:rPr>
              <a:t>Thank you  ·  Roshni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PEMA · Qualcomm track · AI Infra Summit Hackathon 2026 · Roshni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